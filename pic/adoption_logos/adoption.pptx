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54"/>
    <p:restoredTop sz="94652"/>
  </p:normalViewPr>
  <p:slideViewPr>
    <p:cSldViewPr snapToGrid="0">
      <p:cViewPr>
        <p:scale>
          <a:sx n="150" d="100"/>
          <a:sy n="150" d="100"/>
        </p:scale>
        <p:origin x="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7CEA6F-B0B4-1A29-AA93-279416BA83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690A0A-D9A8-7A9B-B8A3-A64FE62E29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566DF63-2F52-0BD6-7C9B-11F03CBF3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2026/4/9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D9CB0A-832F-8F38-2F52-82A88DC0B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F7B7AC-682E-58BE-4B63-9ABEBBEAF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61793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18E49A-E794-245C-F8DC-E88121EB5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FD772B-E7EE-39AA-428C-EC02AE40CC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E5F2E69-32C0-3A14-4F7A-1B74FEEAA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2026/4/9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3928DC-2F83-A8B5-4BC1-0166A1D1F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F28860F-9C66-97EA-AFFE-B77E072C0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1959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A11C8C-6B13-0AAE-341F-C64BAD86A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4CC0195-FC1A-C7CE-BC9D-BDB11536D2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B100B2-D221-9B18-BB4D-5AE523572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2026/4/9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0730C21-F168-DE0B-7D6B-EE958A4F3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726202F-040C-3463-DB47-AB781F90A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43259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69AA61-F4B0-3394-D3E2-108FECB3C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2FCEED-1973-E6CB-262D-AAD57F7BAA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2DB364B-FED2-4810-80D7-26A230CD05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D866F2-94D0-8DC1-33DA-D11EAAAA5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2026/4/9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62F63A8-4731-AB70-F7E4-EB7299C07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1383CC-6478-D6F4-ECA3-9A13C3693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936966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34041A-0FB9-914B-4D15-17FB571F8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443E2BB-1A94-E8B2-7C33-779F3BB8A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63E5A22-B1D1-B21E-EE0C-7DED16E45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BEF7BF5-9FAF-C5B9-48B5-52E978B023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D2542E-5317-E5B3-3066-D72D2C5F76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9A5AA13-87CA-F885-0AD1-858E91261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2026/4/9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5B414F4-DC58-8140-0C09-3FEBF02DA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21FD93F-18AA-DF17-0F9A-8673E927A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994867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8048F0-07EE-63D6-9686-A0F6384E6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C48930D-8703-13C2-E186-EBE8DD859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2026/4/9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A29E58-BA0F-0600-28DC-61930F245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B619965-B034-E2A9-92D7-9F2BA00B0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45512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312E573-0D1A-3D7F-51FD-FFA2E8B9D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2026/4/9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88326FF-9961-DDD7-9D38-B34248CF8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59A3F4C-9902-2110-37CF-E2A765E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10695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9ED4AA-5C34-1D54-6EFD-16F7C902B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6FBC01-BA0B-9368-680A-9BB71DF89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16B65FE-338D-F2FF-6D28-803AF3ED75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C95435-A2A8-D38B-A92D-E932C65DD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2026/4/9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35C390F-C328-7092-6137-BE910D305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FCC7E3A-348D-D997-0EFF-515EFECB2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71913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08A0A8-1E85-DC8E-7C9D-AE44895BD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A32B8B7-A72F-8A28-ABDA-0A199D1F88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D26A4D6-E3F9-AEF7-6BB8-CDB9986E35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1368A8C-D183-678F-77E2-155DB30AD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2026/4/9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24B068E-787F-3D5C-3D28-56C162302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C65D7EB-7815-E6BB-CEFF-F3E7C8FE8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09131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1A0480-9387-DF77-4672-8A6C61CE7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45630EA-5B1B-C896-0F35-597848036C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12A1E32-A226-4CC6-CDE1-E27BEB49C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2026/4/9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9AE763-F3AB-8AC3-9CE3-EBCF7ACE0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3A0EEE-EFEC-C27E-D424-3ACE8ADDC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13030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D2DCD4C-9D6C-3126-9B8A-0EEB45A793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B3E9575-C572-3EA0-3346-6F918E5968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B8466C-45EB-65A9-EC0B-A4D7158E3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2026/4/9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E633CA-D035-2EA0-E05D-F1FB3B99D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E06E7E-B337-23A5-E41E-644A9AA9C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845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397EA64-3927-70FB-A6B7-843A8018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6502E77-B73A-EAFE-C47A-86515422BF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8F83C0-4758-DB53-8B93-EC801DB7E9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119A9B-EC2C-F046-AB6F-3B9C9A28D3EB}" type="datetimeFigureOut">
              <a:rPr kumimoji="1" lang="zh-CN" altLang="en-US" smtClean="0"/>
              <a:t>2026/4/9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3887786-F022-CBC8-F31C-1D516E56B3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6A810B-7FCC-EB8C-6167-B1B54A8CF7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85992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6EB0309D-8104-200B-9E07-E367F7E9AB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495" b="25747"/>
          <a:stretch>
            <a:fillRect/>
          </a:stretch>
        </p:blipFill>
        <p:spPr>
          <a:xfrm>
            <a:off x="5627338" y="582995"/>
            <a:ext cx="2697824" cy="46800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786DBC9-111F-9FB1-46A9-32113F806B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158" t="39941" r="11841" b="40740"/>
          <a:stretch>
            <a:fillRect/>
          </a:stretch>
        </p:blipFill>
        <p:spPr>
          <a:xfrm>
            <a:off x="2761381" y="658826"/>
            <a:ext cx="2731298" cy="360000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62A720D6-E24D-C300-69B3-9BED891354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266" y="1365111"/>
            <a:ext cx="1524774" cy="468000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13C43218-0962-6866-FA66-9214F47D21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9821" y="614442"/>
            <a:ext cx="1497493" cy="432000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32102840-5AA3-83DC-2EA8-C1E2A255BA4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3986" b="19317"/>
          <a:stretch>
            <a:fillRect/>
          </a:stretch>
        </p:blipFill>
        <p:spPr>
          <a:xfrm>
            <a:off x="204464" y="654995"/>
            <a:ext cx="2450710" cy="360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31790C4-D082-6E8F-5B7A-7A1A3426472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1371" t="34670" r="12418" b="38022"/>
          <a:stretch>
            <a:fillRect/>
          </a:stretch>
        </p:blipFill>
        <p:spPr>
          <a:xfrm>
            <a:off x="2356325" y="1365111"/>
            <a:ext cx="1961345" cy="468000"/>
          </a:xfrm>
          <a:prstGeom prst="rect">
            <a:avLst/>
          </a:prstGeom>
        </p:spPr>
      </p:pic>
      <p:pic>
        <p:nvPicPr>
          <p:cNvPr id="4" name="图形 3">
            <a:extLst>
              <a:ext uri="{FF2B5EF4-FFF2-40B4-BE49-F238E27FC236}">
                <a16:creationId xmlns:a16="http://schemas.microsoft.com/office/drawing/2014/main" id="{84EE99EC-71FF-F3E3-348F-52E1D05CF9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10771" t="37311" r="10558" b="35966"/>
          <a:stretch>
            <a:fillRect/>
          </a:stretch>
        </p:blipFill>
        <p:spPr>
          <a:xfrm>
            <a:off x="4824955" y="1365111"/>
            <a:ext cx="2066676" cy="468000"/>
          </a:xfrm>
          <a:prstGeom prst="rect">
            <a:avLst/>
          </a:prstGeom>
        </p:spPr>
      </p:pic>
      <p:pic>
        <p:nvPicPr>
          <p:cNvPr id="7" name="图形 6">
            <a:extLst>
              <a:ext uri="{FF2B5EF4-FFF2-40B4-BE49-F238E27FC236}">
                <a16:creationId xmlns:a16="http://schemas.microsoft.com/office/drawing/2014/main" id="{4269FE35-C4B8-7154-6E5C-11728C946E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98915" y="1365111"/>
            <a:ext cx="2558399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6022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0</Words>
  <Application>Microsoft Macintosh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Microsoft Office User</cp:lastModifiedBy>
  <cp:revision>3</cp:revision>
  <dcterms:created xsi:type="dcterms:W3CDTF">2026-03-20T05:53:04Z</dcterms:created>
  <dcterms:modified xsi:type="dcterms:W3CDTF">2026-04-09T03:29:21Z</dcterms:modified>
</cp:coreProperties>
</file>