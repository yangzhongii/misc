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963"/>
    <p:restoredTop sz="94705"/>
  </p:normalViewPr>
  <p:slideViewPr>
    <p:cSldViewPr snapToGrid="0">
      <p:cViewPr>
        <p:scale>
          <a:sx n="95" d="100"/>
          <a:sy n="95" d="100"/>
        </p:scale>
        <p:origin x="384" y="4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87CEA6F-B0B4-1A29-AA93-279416BA83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6690A0A-D9A8-7A9B-B8A3-A64FE62E29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566DF63-2F52-0BD6-7C9B-11F03CBF3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119A9B-EC2C-F046-AB6F-3B9C9A28D3EB}" type="datetimeFigureOut">
              <a:rPr kumimoji="1" lang="zh-CN" altLang="en-US" smtClean="0"/>
              <a:t>2026/3/20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5D9CB0A-832F-8F38-2F52-82A88DC0BC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6F7B7AC-682E-58BE-4B63-9ABEBBEAF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9DDED-81CE-E441-B18A-59746423C5F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617935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E18E49A-E794-245C-F8DC-E88121EB50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9FD772B-E7EE-39AA-428C-EC02AE40CC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E5F2E69-32C0-3A14-4F7A-1B74FEEAA5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119A9B-EC2C-F046-AB6F-3B9C9A28D3EB}" type="datetimeFigureOut">
              <a:rPr kumimoji="1" lang="zh-CN" altLang="en-US" smtClean="0"/>
              <a:t>2026/3/20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63928DC-2F83-A8B5-4BC1-0166A1D1F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F28860F-9C66-97EA-AFFE-B77E072C09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9DDED-81CE-E441-B18A-59746423C5F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419594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CA11C8C-6B13-0AAE-341F-C64BAD86A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4CC0195-FC1A-C7CE-BC9D-BDB11536D2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7B100B2-D221-9B18-BB4D-5AE5235722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119A9B-EC2C-F046-AB6F-3B9C9A28D3EB}" type="datetimeFigureOut">
              <a:rPr kumimoji="1" lang="zh-CN" altLang="en-US" smtClean="0"/>
              <a:t>2026/3/20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0730C21-F168-DE0B-7D6B-EE958A4F3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726202F-040C-3463-DB47-AB781F90A2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9DDED-81CE-E441-B18A-59746423C5F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432592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669AA61-F4B0-3394-D3E2-108FECB3C9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B2FCEED-1973-E6CB-262D-AAD57F7BAA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2DB364B-FED2-4810-80D7-26A230CD05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2D866F2-94D0-8DC1-33DA-D11EAAAA5C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119A9B-EC2C-F046-AB6F-3B9C9A28D3EB}" type="datetimeFigureOut">
              <a:rPr kumimoji="1" lang="zh-CN" altLang="en-US" smtClean="0"/>
              <a:t>2026/3/20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62F63A8-4731-AB70-F7E4-EB7299C07D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81383CC-6478-D6F4-ECA3-9A13C36934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9DDED-81CE-E441-B18A-59746423C5F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936966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934041A-0FB9-914B-4D15-17FB571F85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443E2BB-1A94-E8B2-7C33-779F3BB8A3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63E5A22-B1D1-B21E-EE0C-7DED16E45A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BEF7BF5-9FAF-C5B9-48B5-52E978B023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5D2542E-5317-E5B3-3066-D72D2C5F763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49A5AA13-87CA-F885-0AD1-858E91261D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119A9B-EC2C-F046-AB6F-3B9C9A28D3EB}" type="datetimeFigureOut">
              <a:rPr kumimoji="1" lang="zh-CN" altLang="en-US" smtClean="0"/>
              <a:t>2026/3/20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A5B414F4-DC58-8140-0C09-3FEBF02DAD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021FD93F-18AA-DF17-0F9A-8673E927A0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9DDED-81CE-E441-B18A-59746423C5F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994867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F8048F0-07EE-63D6-9686-A0F6384E6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C48930D-8703-13C2-E186-EBE8DD859A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119A9B-EC2C-F046-AB6F-3B9C9A28D3EB}" type="datetimeFigureOut">
              <a:rPr kumimoji="1" lang="zh-CN" altLang="en-US" smtClean="0"/>
              <a:t>2026/3/20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DA29E58-BA0F-0600-28DC-61930F245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B619965-B034-E2A9-92D7-9F2BA00B0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9DDED-81CE-E441-B18A-59746423C5F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445512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312E573-0D1A-3D7F-51FD-FFA2E8B9D4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119A9B-EC2C-F046-AB6F-3B9C9A28D3EB}" type="datetimeFigureOut">
              <a:rPr kumimoji="1" lang="zh-CN" altLang="en-US" smtClean="0"/>
              <a:t>2026/3/20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F88326FF-9961-DDD7-9D38-B34248CF84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59A3F4C-9902-2110-37CF-E2A765E57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9DDED-81CE-E441-B18A-59746423C5F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106958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69ED4AA-5C34-1D54-6EFD-16F7C902BC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86FBC01-BA0B-9368-680A-9BB71DF896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16B65FE-338D-F2FF-6D28-803AF3ED75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8C95435-A2A8-D38B-A92D-E932C65DD7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119A9B-EC2C-F046-AB6F-3B9C9A28D3EB}" type="datetimeFigureOut">
              <a:rPr kumimoji="1" lang="zh-CN" altLang="en-US" smtClean="0"/>
              <a:t>2026/3/20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35C390F-C328-7092-6137-BE910D305B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FCC7E3A-348D-D997-0EFF-515EFECB27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9DDED-81CE-E441-B18A-59746423C5F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719135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D08A0A8-1E85-DC8E-7C9D-AE44895BD2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0A32B8B7-A72F-8A28-ABDA-0A199D1F884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D26A4D6-E3F9-AEF7-6BB8-CDB9986E35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1368A8C-D183-678F-77E2-155DB30AD8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119A9B-EC2C-F046-AB6F-3B9C9A28D3EB}" type="datetimeFigureOut">
              <a:rPr kumimoji="1" lang="zh-CN" altLang="en-US" smtClean="0"/>
              <a:t>2026/3/20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24B068E-787F-3D5C-3D28-56C162302A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C65D7EB-7815-E6BB-CEFF-F3E7C8FE84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9DDED-81CE-E441-B18A-59746423C5F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091311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81A0480-9387-DF77-4672-8A6C61CE7E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45630EA-5B1B-C896-0F35-597848036C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12A1E32-A226-4CC6-CDE1-E27BEB49CA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119A9B-EC2C-F046-AB6F-3B9C9A28D3EB}" type="datetimeFigureOut">
              <a:rPr kumimoji="1" lang="zh-CN" altLang="en-US" smtClean="0"/>
              <a:t>2026/3/20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79AE763-F3AB-8AC3-9CE3-EBCF7ACE01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73A0EEE-EFEC-C27E-D424-3ACE8ADDC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9DDED-81CE-E441-B18A-59746423C5F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130301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6D2DCD4C-9D6C-3126-9B8A-0EEB45A7931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B3E9575-C572-3EA0-3346-6F918E5968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DB8466C-45EB-65A9-EC0B-A4D7158E33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119A9B-EC2C-F046-AB6F-3B9C9A28D3EB}" type="datetimeFigureOut">
              <a:rPr kumimoji="1" lang="zh-CN" altLang="en-US" smtClean="0"/>
              <a:t>2026/3/20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6E633CA-D035-2EA0-E05D-F1FB3B99D1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1E06E7E-B337-23A5-E41E-644A9AA9C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9DDED-81CE-E441-B18A-59746423C5F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8456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3397EA64-3927-70FB-A6B7-843A801808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6502E77-B73A-EAFE-C47A-86515422BF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28F83C0-4758-DB53-8B93-EC801DB7E9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119A9B-EC2C-F046-AB6F-3B9C9A28D3EB}" type="datetimeFigureOut">
              <a:rPr kumimoji="1" lang="zh-CN" altLang="en-US" smtClean="0"/>
              <a:t>2026/3/20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3887786-F022-CBC8-F31C-1D516E56B3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16A810B-7FCC-EB8C-6167-B1B54A8CF7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39DDED-81CE-E441-B18A-59746423C5F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859927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jp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6EB0309D-8104-200B-9E07-E367F7E9AB6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8495" b="25747"/>
          <a:stretch>
            <a:fillRect/>
          </a:stretch>
        </p:blipFill>
        <p:spPr>
          <a:xfrm>
            <a:off x="5627338" y="582995"/>
            <a:ext cx="2697824" cy="46800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D786DBC9-111F-9FB1-46A9-32113F806B2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3158" t="39941" r="11841" b="40740"/>
          <a:stretch>
            <a:fillRect/>
          </a:stretch>
        </p:blipFill>
        <p:spPr>
          <a:xfrm>
            <a:off x="2761381" y="658826"/>
            <a:ext cx="2731298" cy="360000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62A720D6-E24D-C300-69B3-9BED891354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20608" y="1365111"/>
            <a:ext cx="1524774" cy="468000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13C43218-0962-6866-FA66-9214F47D211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59821" y="614442"/>
            <a:ext cx="1497493" cy="432000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32102840-5AA3-83DC-2EA8-C1E2A255BA41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23986" b="19317"/>
          <a:stretch>
            <a:fillRect/>
          </a:stretch>
        </p:blipFill>
        <p:spPr>
          <a:xfrm>
            <a:off x="204464" y="654995"/>
            <a:ext cx="2450710" cy="360000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831790C4-D082-6E8F-5B7A-7A1A34264729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11371" t="34670" r="12418" b="38022"/>
          <a:stretch>
            <a:fillRect/>
          </a:stretch>
        </p:blipFill>
        <p:spPr>
          <a:xfrm>
            <a:off x="5627339" y="1365111"/>
            <a:ext cx="1961345" cy="46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66022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0</Words>
  <Application>Microsoft Macintosh PowerPoint</Application>
  <PresentationFormat>宽屏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Microsoft Office User</dc:creator>
  <cp:lastModifiedBy>Microsoft Office User</cp:lastModifiedBy>
  <cp:revision>2</cp:revision>
  <dcterms:created xsi:type="dcterms:W3CDTF">2026-03-20T05:53:04Z</dcterms:created>
  <dcterms:modified xsi:type="dcterms:W3CDTF">2026-03-20T06:46:10Z</dcterms:modified>
</cp:coreProperties>
</file>