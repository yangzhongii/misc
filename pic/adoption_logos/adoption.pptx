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73"/>
    <p:restoredTop sz="94597"/>
  </p:normalViewPr>
  <p:slideViewPr>
    <p:cSldViewPr snapToGrid="0">
      <p:cViewPr>
        <p:scale>
          <a:sx n="87" d="100"/>
          <a:sy n="87" d="100"/>
        </p:scale>
        <p:origin x="172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582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658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1365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614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654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1365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1365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1365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3649" y="2147227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3508920" y="2179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6132753" y="2179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9440682" y="2179396"/>
            <a:ext cx="516632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5</cp:revision>
  <dcterms:created xsi:type="dcterms:W3CDTF">2026-03-20T05:53:04Z</dcterms:created>
  <dcterms:modified xsi:type="dcterms:W3CDTF">2026-04-27T09:39:26Z</dcterms:modified>
</cp:coreProperties>
</file>